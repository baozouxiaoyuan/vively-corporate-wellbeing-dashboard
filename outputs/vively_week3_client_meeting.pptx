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9a615bc6d8401c" /><Relationship Type="http://schemas.openxmlformats.org/officeDocument/2006/relationships/extended-properties" Target="/docProps/app.xml" Id="R35c95e20fbd54607" /><Relationship Type="http://schemas.openxmlformats.org/officeDocument/2006/relationships/officeDocument" Target="/ppt/presentation.xml" Id="Redde7fc8cc424b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469e26c5d54d60"/>
  </p:sldMasterIdLst>
  <p:notesMasterIdLst>
    <p:notesMasterId xmlns:r="http://schemas.openxmlformats.org/officeDocument/2006/relationships" r:id="Re213a680f41741ab"/>
  </p:notesMasterIdLst>
  <p:sldIdLst>
    <p:sldId xmlns:r="http://schemas.openxmlformats.org/officeDocument/2006/relationships" id="256" r:id="R27f6432ef3524f52"/>
    <p:sldId xmlns:r="http://schemas.openxmlformats.org/officeDocument/2006/relationships" id="257" r:id="R9ecd36ef5c74419d"/>
    <p:sldId xmlns:r="http://schemas.openxmlformats.org/officeDocument/2006/relationships" id="258" r:id="Rf04164d23e7944c5"/>
    <p:sldId xmlns:r="http://schemas.openxmlformats.org/officeDocument/2006/relationships" id="259" r:id="R74bdbf91bfc24c1d"/>
    <p:sldId xmlns:r="http://schemas.openxmlformats.org/officeDocument/2006/relationships" id="260" r:id="Rdcb75ac99b6244e6"/>
    <p:sldId xmlns:r="http://schemas.openxmlformats.org/officeDocument/2006/relationships" id="261" r:id="R466d0fcd4085436a"/>
    <p:sldId xmlns:r="http://schemas.openxmlformats.org/officeDocument/2006/relationships" id="262" r:id="R93303e2298b44478"/>
    <p:sldId xmlns:r="http://schemas.openxmlformats.org/officeDocument/2006/relationships" id="263" r:id="R9ad006d3aa0745ca"/>
    <p:sldId xmlns:r="http://schemas.openxmlformats.org/officeDocument/2006/relationships" id="264" r:id="Redc60fd338ae4ae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cae470efc24f79" /><Relationship Type="http://schemas.openxmlformats.org/officeDocument/2006/relationships/slideMaster" Target="/ppt/slideMasters/slideMaster1.xml" Id="R5b469e26c5d54d60" /><Relationship Type="http://schemas.openxmlformats.org/officeDocument/2006/relationships/notesMaster" Target="/ppt/notesMasters/notesMaster1.xml" Id="Re213a680f41741ab" /><Relationship Type="http://schemas.openxmlformats.org/officeDocument/2006/relationships/presProps" Target="/ppt/presProps.xml" Id="R68ad9acb29bc4d10" /><Relationship Type="http://schemas.openxmlformats.org/officeDocument/2006/relationships/tableStyles" Target="/ppt/tableStyles.xml" Id="R26c3d7eb1ace4372" /><Relationship Type="http://schemas.openxmlformats.org/officeDocument/2006/relationships/slide" Target="/ppt/slides/slide1.xml" Id="R27f6432ef3524f52" /><Relationship Type="http://schemas.openxmlformats.org/officeDocument/2006/relationships/slide" Target="/ppt/slides/slide2.xml" Id="R9ecd36ef5c74419d" /><Relationship Type="http://schemas.openxmlformats.org/officeDocument/2006/relationships/slide" Target="/ppt/slides/slide3.xml" Id="Rf04164d23e7944c5" /><Relationship Type="http://schemas.openxmlformats.org/officeDocument/2006/relationships/slide" Target="/ppt/slides/slide4.xml" Id="R74bdbf91bfc24c1d" /><Relationship Type="http://schemas.openxmlformats.org/officeDocument/2006/relationships/slide" Target="/ppt/slides/slide5.xml" Id="Rdcb75ac99b6244e6" /><Relationship Type="http://schemas.openxmlformats.org/officeDocument/2006/relationships/slide" Target="/ppt/slides/slide6.xml" Id="R466d0fcd4085436a" /><Relationship Type="http://schemas.openxmlformats.org/officeDocument/2006/relationships/slide" Target="/ppt/slides/slide7.xml" Id="R93303e2298b44478" /><Relationship Type="http://schemas.openxmlformats.org/officeDocument/2006/relationships/slide" Target="/ppt/slides/slide8.xml" Id="R9ad006d3aa0745ca" /><Relationship Type="http://schemas.openxmlformats.org/officeDocument/2006/relationships/slide" Target="/ppt/slides/slide9.xml" Id="Redc60fd338ae4a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f9ee24c8534c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7b13e8a4794ca5" /><Relationship Type="http://schemas.openxmlformats.org/officeDocument/2006/relationships/notesMaster" Target="/ppt/notesMasters/notesMaster1.xml" Id="Rce4fa7acd8f448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d799fe50844f96" /><Relationship Type="http://schemas.openxmlformats.org/officeDocument/2006/relationships/notesMaster" Target="/ppt/notesMasters/notesMaster1.xml" Id="R1299e727da5e42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2e6c08d6eb4b44" /><Relationship Type="http://schemas.openxmlformats.org/officeDocument/2006/relationships/notesMaster" Target="/ppt/notesMasters/notesMaster1.xml" Id="Raa0fa87ec9ac4e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f8e98891114913" /><Relationship Type="http://schemas.openxmlformats.org/officeDocument/2006/relationships/notesMaster" Target="/ppt/notesMasters/notesMaster1.xml" Id="R35a67315dd294b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2362d226544ad8" /><Relationship Type="http://schemas.openxmlformats.org/officeDocument/2006/relationships/notesMaster" Target="/ppt/notesMasters/notesMaster1.xml" Id="Rdd27e195b7fc49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0f627643f84756" /><Relationship Type="http://schemas.openxmlformats.org/officeDocument/2006/relationships/notesMaster" Target="/ppt/notesMasters/notesMaster1.xml" Id="R2ca6eb0d095a45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e5dcdb8e4245e3" /><Relationship Type="http://schemas.openxmlformats.org/officeDocument/2006/relationships/notesMaster" Target="/ppt/notesMasters/notesMaster1.xml" Id="R0b43dad94e9346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fe1f0591054e1b" /><Relationship Type="http://schemas.openxmlformats.org/officeDocument/2006/relationships/notesMaster" Target="/ppt/notesMasters/notesMaster1.xml" Id="Ra571eb572ba342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61b0518477484d" /><Relationship Type="http://schemas.openxmlformats.org/officeDocument/2006/relationships/notesMaster" Target="/ppt/notesMasters/notesMaster1.xml" Id="R20ad5a08a84946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3eac0ea85a4a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49d273398f49ff" /><Relationship Type="http://schemas.openxmlformats.org/officeDocument/2006/relationships/slideLayout" Target="/ppt/slideLayouts/slideLayout1.xml" Id="R68724e2d901748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724e2d901748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76cfb86244975" /><Relationship Type="http://schemas.openxmlformats.org/officeDocument/2006/relationships/image" Target="/ppt/media/image.jpeg" Id="R96ab50ea366e483a" /><Relationship Type="http://schemas.openxmlformats.org/officeDocument/2006/relationships/notesSlide" Target="/ppt/notesSlides/notesSlide1.xml" Id="Re6727ba6698340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e56ec32df4333" /><Relationship Type="http://schemas.openxmlformats.org/officeDocument/2006/relationships/notesSlide" Target="/ppt/notesSlides/notesSlide2.xml" Id="Rc98308aa8ea348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e902f81bb4d4e" /><Relationship Type="http://schemas.openxmlformats.org/officeDocument/2006/relationships/notesSlide" Target="/ppt/notesSlides/notesSlide3.xml" Id="Rfec547c454e44c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39d58d48d455e" /><Relationship Type="http://schemas.openxmlformats.org/officeDocument/2006/relationships/image" Target="/ppt/media/image2.jpeg" Id="R732dcf1bf49349d9" /><Relationship Type="http://schemas.openxmlformats.org/officeDocument/2006/relationships/notesSlide" Target="/ppt/notesSlides/notesSlide4.xml" Id="Rc2927e821a8149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a4a2736544042" /><Relationship Type="http://schemas.openxmlformats.org/officeDocument/2006/relationships/image" Target="/ppt/media/image3.jpeg" Id="Rd65c1a1b20c8430a" /><Relationship Type="http://schemas.openxmlformats.org/officeDocument/2006/relationships/notesSlide" Target="/ppt/notesSlides/notesSlide5.xml" Id="R954632236ef74b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7c4f266ab423c" /><Relationship Type="http://schemas.openxmlformats.org/officeDocument/2006/relationships/image" Target="/ppt/media/image4.jpeg" Id="Re0cc25d42618436b" /><Relationship Type="http://schemas.openxmlformats.org/officeDocument/2006/relationships/notesSlide" Target="/ppt/notesSlides/notesSlide6.xml" Id="Rb219ffc49be040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b37d192f34eee" /><Relationship Type="http://schemas.openxmlformats.org/officeDocument/2006/relationships/image" Target="/ppt/media/image5.jpeg" Id="Rd54bf9281fdc4719" /><Relationship Type="http://schemas.openxmlformats.org/officeDocument/2006/relationships/notesSlide" Target="/ppt/notesSlides/notesSlide7.xml" Id="R8deb359975fc48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1813c9b2f4f1a" /><Relationship Type="http://schemas.openxmlformats.org/officeDocument/2006/relationships/image" Target="/ppt/media/image6.jpeg" Id="R7f12d17a556e44ef" /><Relationship Type="http://schemas.openxmlformats.org/officeDocument/2006/relationships/notesSlide" Target="/ppt/notesSlides/notesSlide8.xml" Id="Rba50cbd852974f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97fe161794c37" /><Relationship Type="http://schemas.openxmlformats.org/officeDocument/2006/relationships/notesSlide" Target="/ppt/notesSlides/notesSlide9.xml" Id="Ra1f78db91b9845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832F37-C50E-4860-854F-AEE7D3CC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Vively Corporate Dashboard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2F9E3A-5491-43FB-BC12-EFD2EB0E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Week 3 client meeting prototype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ACDE9-F506-4919-8755-37BDBBB3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4857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6F4EF"/>
          </a:solidFill>
          <a:ln xmlns:a="http://schemas.openxmlformats.org/drawingml/2006/main" w="9525">
            <a:solidFill>
              <a:srgbClr val="D8D1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09F6C-2DC3-4B42-9A16-3A1E7AB1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Today’s purpose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C60BF-1AD9-4136-9213-78F4D9A4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052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Show the working frontend foundation, confirm the workflow direction, and identify the next decisions needed from Vively.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ab50ea366e483a"/>
          <a:srcRect xmlns:a="http://schemas.openxmlformats.org/drawingml/2006/main" l="7813" t="0" r="78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876300"/>
            <a:ext cx="51435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5B0AC-8183-48FB-87B8-58812E3A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7 July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59C3C9-8FB5-4611-B3A9-31EEF306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8"/>
          </a:solidFill>
          <a:ln xmlns:a="http://schemas.openxmlformats.org/drawingml/2006/main" w="0">
            <a:solidFill>
              <a:srgbClr val="D8D1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5012DF-525E-4BF9-ABBA-1F296703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Week 3 client meeting · 1</a:t>
            </a:r>
          </a:p>
        </p:txBody>
      </p:sp>
    </p:spTree>
    <p:extLst>
      <p:ext uri="{BB962C8B-B14F-4D97-AF65-F5344CB8AC3E}">
        <p14:creationId xmlns:p14="http://schemas.microsoft.com/office/powerpoint/2010/main" val="174282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6D11BD-388D-4307-A71C-C13E6CA3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VIVELY CORPORATE DASHBOARD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769C2-68EF-470A-A6A6-8B5CD7DA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906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We focused on the frontend workflow first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37988-B16C-4826-B13B-C7CA2AB6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The prototype is designed to move now, while real Vively routes can be added later.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FE3245-7D90-46CD-8B67-773AE263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Build the corporate admin experience before waiting for production APIs.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8B79FF-D4FF-44CA-97DD-CADF243E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7A90F-1405-461D-9571-A6C4F97F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4330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Use mock API functions instead of hardcoding data inside pages.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865D7-1BFF-4924-B463-5DF80FC3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A2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1B4C7-B2CB-494F-83D9-2262E809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2910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Keep Vively as the source of truth for users, memberships and health data.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C335D-B0A2-4748-A6D5-CE5B2CD6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05720-26D4-4267-9110-0A21889E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371475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EC693-20D1-4167-B181-EC406F50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62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Privacy 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64F4CB-E22F-4162-B926-336695B6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3855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dashboard only shows workflow status and aggregate metrics. No individual health records are displayed.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E96FD0-7037-4D2A-BF8B-85B2851B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8"/>
          </a:solidFill>
          <a:ln xmlns:a="http://schemas.openxmlformats.org/drawingml/2006/main" w="0">
            <a:solidFill>
              <a:srgbClr val="D8D1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1CC8E3-6C44-45BE-B6E8-FAA790CC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Week 3 client meeting · 2</a:t>
            </a:r>
          </a:p>
        </p:txBody>
      </p:sp>
    </p:spTree>
    <p:extLst>
      <p:ext uri="{BB962C8B-B14F-4D97-AF65-F5344CB8AC3E}">
        <p14:creationId xmlns:p14="http://schemas.microsoft.com/office/powerpoint/2010/main" val="6775240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A54DB8-1F63-44BE-B39F-26480EEE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VIVELY CORPORATE DASHBOARD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846FB-0670-4DDC-ADF7-87FC8997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906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The prototype now covers the main admin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1C8D9-2D82-483F-8EDB-9D35266B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Six core routes are available and connected to mock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EC2BD9-E440-4979-8F04-688367E4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4095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CC12E-C078-4558-BEA5-048DA930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479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/login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A5EE5-0720-4A3D-ACF9-9B8D2101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384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Admin entry 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5FA9D5-EC5A-4255-B1E0-3BBF9DF0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24150"/>
            <a:ext cx="4095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21DBC-775A-49ED-A2EB-4D123322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479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/dashboard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AF5BAC-0F1D-48B2-A970-87DCB013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384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Corporate overview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071EA-9D56-43D4-96B1-EA3A62EB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4095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B34911-A489-4A4C-991E-EE6E665E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242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/employees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B64153-7BDE-439D-B1C4-483655DB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14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Invite and track employees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684686-F8AC-4816-93D4-689F9259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00450"/>
            <a:ext cx="4095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1F4E2C-2FA1-44BC-98EC-E2E915FF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7242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/activation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428878-8960-45B4-80A3-139B1EF3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14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Onboarding funnel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9BB5AA-0474-436E-88DF-8A3037DA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095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AD9EC7-B149-48AC-ABBC-110C8BE3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005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/health-metrics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35734E-C92E-446A-8E29-5C3C8C4E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591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Aggregate health reporting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D59497-42D0-433B-945D-BF7C3BE7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76750"/>
            <a:ext cx="4095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8FE371-3A35-4087-9682-7ECB64BD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6005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/billing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D7A3EA-5617-4E26-AD04-BC4536A5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91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Mock plan and billing history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EE5FB1-853E-4330-9823-33290C92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8"/>
          </a:solidFill>
          <a:ln xmlns:a="http://schemas.openxmlformats.org/drawingml/2006/main" w="0">
            <a:solidFill>
              <a:srgbClr val="D8D1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DABB04-04E8-4847-B729-6C408309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Week 3 client meeting · 3</a:t>
            </a:r>
          </a:p>
        </p:txBody>
      </p:sp>
    </p:spTree>
    <p:extLst>
      <p:ext uri="{BB962C8B-B14F-4D97-AF65-F5344CB8AC3E}">
        <p14:creationId xmlns:p14="http://schemas.microsoft.com/office/powerpoint/2010/main" val="3345409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D30B08-4175-4744-BF3F-591684D5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VIVELY CORPORATE DASHBOARD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7F26C-E398-4E69-807F-BB6E3D2A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906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The dashboard gives admins a quick corporate snapshot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10820-4B1D-487E-963D-9F617E63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The overview page pulls account, activation and billing signals into one place.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2dcf1bf49349d9"/>
          <a:srcRect xmlns:a="http://schemas.openxmlformats.org/drawingml/2006/main" l="0" t="4872" r="0" b="48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533650"/>
            <a:ext cx="619125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AB578-80CB-43A7-86E0-E9352C3E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81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What it communicates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480391-4515-4D2B-9BC8-A35C1CF0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147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How many employees have been invited and activated.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52900-413B-4508-9CA8-B61D9902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90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4DC64E-0C10-4E13-AE1B-CB370F04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576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Current corporate account and plan information.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117AEA-F6BB-43FC-B122-BD6D5C5F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33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A2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1AB8B0-387D-4F65-B930-6C87A1FF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006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A clear privacy reminder before health reporting.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557F83-7466-4D59-B71A-42BE421D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76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D50FB8-F3D8-4898-B229-46477200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8"/>
          </a:solidFill>
          <a:ln xmlns:a="http://schemas.openxmlformats.org/drawingml/2006/main" w="0">
            <a:solidFill>
              <a:srgbClr val="D8D1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F6FCB6-3CCA-499C-956E-3D439198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Week 3 client meeting · 4</a:t>
            </a:r>
          </a:p>
        </p:txBody>
      </p:sp>
    </p:spTree>
    <p:extLst>
      <p:ext uri="{BB962C8B-B14F-4D97-AF65-F5344CB8AC3E}">
        <p14:creationId xmlns:p14="http://schemas.microsoft.com/office/powerpoint/2010/main" val="2242532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96832C-986C-4D9A-B150-56EB4A0B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VIVELY CORPORATE DASHBOARD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0FEB6-41E5-4488-BD19-5712C773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906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Employee invites are the first working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C4F4B-DAB0-40BF-AB23-6F268C08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Admins can create invites and view onboarding states in one place.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5c1a1b20c8430a"/>
          <a:srcRect xmlns:a="http://schemas.openxmlformats.org/drawingml/2006/main" l="0" t="5556" r="0" b="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571750"/>
            <a:ext cx="628650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798ED-C904-4725-8758-EB76549B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81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What works 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6056D-47DE-4339-8025-B1EEC7C4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147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Create a new invite with name, email, team and Medicare status.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2EEADD-CE86-4BF7-A852-800AA39C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90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022BC-A542-4C1B-9E5D-427A7184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576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Simulate Vively email matching through a mock resolver.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FE0E4A-8AB5-427E-A178-386C5722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33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A2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5408BF-4CD5-4C99-899C-21FDF4FD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006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Generate copyable invite links using /join/{invite_token}.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F152BC-943D-4FCA-901B-51E5D380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76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1CA097-FEE6-452E-8A85-7155B953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8"/>
          </a:solidFill>
          <a:ln xmlns:a="http://schemas.openxmlformats.org/drawingml/2006/main" w="0">
            <a:solidFill>
              <a:srgbClr val="D8D1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34EB4-072E-45CC-83BB-35C39298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Week 3 client meeting · 5</a:t>
            </a:r>
          </a:p>
        </p:txBody>
      </p:sp>
    </p:spTree>
    <p:extLst>
      <p:ext uri="{BB962C8B-B14F-4D97-AF65-F5344CB8AC3E}">
        <p14:creationId xmlns:p14="http://schemas.microsoft.com/office/powerpoint/2010/main" val="13201532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74BD3C-0095-4CA0-8B60-170EFF2B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VIVELY CORPORATE DASHBOARD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979F4-F98F-4790-B0F3-06F3B802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906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Activation reporting turns workflow data into progress metrics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F47EB-D5CA-4A89-B2DA-18DD5D02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The page translates employee invite states into a funnel view.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cc25d42618436b"/>
          <a:srcRect xmlns:a="http://schemas.openxmlformats.org/drawingml/2006/main" l="6250" t="0" r="6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2190750"/>
            <a:ext cx="5334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E21DB-11AD-41F6-B7DC-E80F71AF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50E44-661D-4972-9006-A21D95A0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97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CE70C-261E-41B0-9F2E-85A23C6D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909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Total invited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DB6D7-496B-4702-9A8E-6606024D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67000"/>
            <a:ext cx="1524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597F9-1A53-4A22-AC34-8A39829A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1465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61A3EB-2EC6-4570-A00A-798ED4CD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3909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Opened invites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132DAA-747C-4585-A37F-6E61CD5B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1428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CAC25-34E7-4E65-A5F9-922DEE7F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97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2D6871-740C-4169-AA71-8FB30528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909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Continued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6030A6-1AF2-404C-8FA8-13DA289B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The funnel uses the same employee records as the table, so it gives us a realistic way to validate whether these stages match Vively’s onboarding process.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711B0-03E6-41B2-90C3-D72C569E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8"/>
          </a:solidFill>
          <a:ln xmlns:a="http://schemas.openxmlformats.org/drawingml/2006/main" w="0">
            <a:solidFill>
              <a:srgbClr val="D8D1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C8E1FC-A08D-42BC-A61F-44071776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Week 3 client meeting · 6</a:t>
            </a:r>
          </a:p>
        </p:txBody>
      </p:sp>
    </p:spTree>
    <p:extLst>
      <p:ext uri="{BB962C8B-B14F-4D97-AF65-F5344CB8AC3E}">
        <p14:creationId xmlns:p14="http://schemas.microsoft.com/office/powerpoint/2010/main" val="5142865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DF636A-6F5E-4BCC-8488-EC3927C2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VIVELY CORPORATE DASHBOARD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0CA5E-4E17-4F0A-8DCD-7FC2B942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906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Health metrics are aggregate-only by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6D574-7D06-453D-B824-2BCEA714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The page shows team-level trends while suppressing small cohorts.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bf9281fdc4719"/>
          <a:srcRect xmlns:a="http://schemas.openxmlformats.org/drawingml/2006/main" l="0" t="899" r="0" b="8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2381250"/>
            <a:ext cx="6000750" cy="3314700"/>
          </a:xfrm>
          <a:prstGeom xmlns:a="http://schemas.openxmlformats.org/drawingml/2006/main" prst="roundRect">
            <a:avLst>
              <a:gd name="adj" fmla="val 344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AAA2F-277E-447E-AE4F-4B1F8E75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67000"/>
            <a:ext cx="3619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0C128-40CF-4022-B610-FCAA1220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76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Privacy threshold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F47C0-37FA-4EE3-BE56-31CC04A2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19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Teams below 10 people show Insufficient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9500A-71D9-4EF3-B84B-05155F21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43350"/>
            <a:ext cx="36195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C27934-F157-456E-9100-21095765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171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What is hidden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D25A09-6F3E-4245-B739-CC2B3417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148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No patient IDs, individual biomarker rows, raw blood tests or individual health records.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616238-26C3-4F59-BD76-3863A1E3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8"/>
          </a:solidFill>
          <a:ln xmlns:a="http://schemas.openxmlformats.org/drawingml/2006/main" w="0">
            <a:solidFill>
              <a:srgbClr val="D8D1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D85E0B-D6DD-4359-B428-4C45F677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Week 3 client meeting · 7</a:t>
            </a:r>
          </a:p>
        </p:txBody>
      </p:sp>
    </p:spTree>
    <p:extLst>
      <p:ext uri="{BB962C8B-B14F-4D97-AF65-F5344CB8AC3E}">
        <p14:creationId xmlns:p14="http://schemas.microsoft.com/office/powerpoint/2010/main" val="19473234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5F406D-9DBA-439D-8713-3691E54C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VIVELY CORPORATE DASHBOARD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61E50-5FB6-472B-9B35-B775010C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906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Billing is represented as a safe mock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01B02-7AE2-4821-8AF2-B0856CBE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The page shows plan and billing history without real payment processing.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12d17a556e44ef"/>
          <a:srcRect xmlns:a="http://schemas.openxmlformats.org/drawingml/2006/main" l="0" t="4872" r="0" b="48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533650"/>
            <a:ext cx="619125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6AE75-7822-4CDB-80EB-81C8CAEF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81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What is included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D813CD-858B-443A-9C49-5DFF8D0F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147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Current plan price and billable employee count.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586E0D-0695-4DA2-BC08-611482C9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90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B121A-3E44-4DBE-946A-C4664831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576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Current billing period, amount due and status.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1F775-08CE-44EF-B44E-731DB83F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33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A2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E1A4ED-47F0-452A-B2B4-34F0B82C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006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Mock billing history only: no Stripe or real payments.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8E43D5-7030-4322-A720-4E37AD19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76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5A9EAB-C8BC-4264-A16B-CC038EC8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8"/>
          </a:solidFill>
          <a:ln xmlns:a="http://schemas.openxmlformats.org/drawingml/2006/main" w="0">
            <a:solidFill>
              <a:srgbClr val="D8D1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5CF1B-3C1C-43FA-9759-5075537A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Week 3 client meeting · 8</a:t>
            </a:r>
          </a:p>
        </p:txBody>
      </p:sp>
    </p:spTree>
    <p:extLst>
      <p:ext uri="{BB962C8B-B14F-4D97-AF65-F5344CB8AC3E}">
        <p14:creationId xmlns:p14="http://schemas.microsoft.com/office/powerpoint/2010/main" val="1345369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72CF47-1088-45A3-96A1-B9F39EFB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VIVELY CORPORATE DASHBOARD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3EF71-16FE-4A1F-B3E3-311140EA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906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We need Vively’s feedback before deepening the build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5CB11-57B5-43F6-895B-8AA3EDFF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The foundation is in place; the next step is validating the product assumptions.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95847F-D08A-42DD-A7B7-839090B2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Feedback needed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BF16C-08BE-4AEC-B927-1BC5A44C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432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Are the employee invite fields correct for the corporate workflow?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D179B-AA2F-4B54-8952-E495ADB5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85B27-621C-4E86-BC80-9355A657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671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Do the activation stages match Vively’s real onboarding process?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A21A22-8392-4E4A-B4C9-FBB3AAB2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A2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9EE7D-6E3E-4FA6-825C-67CE76F0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910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Is 10 the right minimum cohort size for health reporting?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4DC36-6CD3-4F61-B82D-E8882EB3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C8D3CE-4A7A-4D0D-9329-BD83458B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150"/>
            <a:ext cx="39052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6F4EF"/>
          </a:solidFill>
          <a:ln xmlns:a="http://schemas.openxmlformats.org/drawingml/2006/main" w="9525">
            <a:solidFill>
              <a:srgbClr val="D8D1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A722E7-86E6-43DC-8515-5CFF4DF1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28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Next build priorities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CC3747-480E-4B40-ABBE-9AD3F00B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0520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1. Add the /join invite page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2. Improve employee search and filtering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3. Continue aligning selected Vively UI components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4. Keep the mock API layer ready for real routes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62213D-10C6-4B2A-983C-1015F2AC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8"/>
          </a:solidFill>
          <a:ln xmlns:a="http://schemas.openxmlformats.org/drawingml/2006/main" w="0">
            <a:solidFill>
              <a:srgbClr val="D8D1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7F4950-8175-4C2B-B058-018AA35F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Week 3 client meeting · 9</a:t>
            </a:r>
          </a:p>
        </p:txBody>
      </p:sp>
    </p:spTree>
    <p:extLst>
      <p:ext uri="{BB962C8B-B14F-4D97-AF65-F5344CB8AC3E}">
        <p14:creationId xmlns:p14="http://schemas.microsoft.com/office/powerpoint/2010/main" val="20625420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2026-07-07T00:02:51.1350000Z</dcterms:created>
  <dcterms:modified xsi:type="dcterms:W3CDTF">2026-07-07T00:02:51.1350000Z</dcterms:modified>
</coreProperties>
</file>